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Analytics &amp; Decision Support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Name: [Your Name]</a:t>
            </a:r>
          </a:p>
          <a:p>
            <a:r>
              <a:t>Roll No: [Your Roll No]</a:t>
            </a:r>
          </a:p>
          <a:p>
            <a:r>
              <a:t>Subject: [Subject]</a:t>
            </a:r>
          </a:p>
          <a:p>
            <a:r>
              <a:t>Institute: [Institute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 dynamic, real-time inventory management and analytics dashboard.</a:t>
            </a:r>
          </a:p>
          <a:p>
            <a:pPr>
              <a:defRPr sz="2400"/>
            </a:pPr>
            <a:r>
              <a:t>Purpose: Replaces manual tracking with an automated, data-driven approach.</a:t>
            </a:r>
          </a:p>
          <a:p>
            <a:pPr>
              <a:defRPr sz="2400"/>
            </a:pPr>
            <a:r>
              <a:t>Built using: Python, Dash, Plotly, and SQLite for a fast web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Real-Time Analytics: Instant visibility into revenue and units sold with dynamic timeframe selection.</a:t>
            </a:r>
          </a:p>
          <a:p>
            <a:pPr>
              <a:defRPr sz="2400"/>
            </a:pPr>
            <a:r>
              <a:t>Inventory Health: Tracks products by stock value and identifies items below the reorder point.</a:t>
            </a:r>
          </a:p>
          <a:p>
            <a:pPr>
              <a:defRPr sz="2400"/>
            </a:pPr>
            <a:r>
              <a:t>Checkout Terminal: Dedicated Point of Sale (POS) page for recording customer sales.</a:t>
            </a:r>
          </a:p>
          <a:p>
            <a:pPr>
              <a:defRPr sz="2400"/>
            </a:pPr>
            <a:r>
              <a:t>Decision Support: Flags dead stock and automatically identifies demand surges.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 UI: Developed using Dash and Plotly to create an interactive Single Page Application.</a:t>
            </a:r>
          </a:p>
          <a:p>
            <a:pPr>
              <a:defRPr sz="2400"/>
            </a:pPr>
            <a:r>
              <a:t>Backend Logic: Python-based data processing with smart caching for instant metric calculations.</a:t>
            </a:r>
          </a:p>
          <a:p>
            <a:pPr>
              <a:defRPr sz="2400"/>
            </a:pPr>
            <a:r>
              <a:t>Database: SQLite database for persistent storage of products, sales, and settings.</a:t>
            </a:r>
          </a:p>
          <a:p>
            <a:pPr>
              <a:defRPr sz="2400"/>
            </a:pPr>
            <a:r>
              <a:t>Visualizations: Deterministic rendering of complex charts with uniform color palettes.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Loss Prevention: Immediate alerts for critical stockouts prevent lost revenue.</a:t>
            </a:r>
          </a:p>
          <a:p>
            <a:pPr>
              <a:defRPr sz="2400"/>
            </a:pPr>
            <a:r>
              <a:t>Optimized Purchasing: Uses algorithms like Economic Order Quantity (EOQ) for smart restocking.</a:t>
            </a:r>
          </a:p>
          <a:p>
            <a:pPr>
              <a:defRPr sz="2400"/>
            </a:pPr>
            <a:r>
              <a:t>Customizable: Built-in settings for currency formats (₹), cost parameters, and business policies.</a:t>
            </a:r>
          </a:p>
          <a:p>
            <a:pPr>
              <a:defRPr sz="2400"/>
            </a:pPr>
            <a:r>
              <a:t>Data-Driven Decisions: Easy-to-read top performance metrics guide business strategy.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Conclusion: The system successfully bridges the gap between raw sales data and actionable business intelligence.</a:t>
            </a:r>
          </a:p>
          <a:p>
            <a:pPr>
              <a:defRPr sz="2400"/>
            </a:pPr>
            <a:r>
              <a:t>Future Scope 1: Integration with external payment gateways.</a:t>
            </a:r>
          </a:p>
          <a:p>
            <a:pPr>
              <a:defRPr sz="2400"/>
            </a:pPr>
            <a:r>
              <a:t>Future Scope 2: Connecting with supplier APIs for automated inventory replenishment.</a:t>
            </a:r>
          </a:p>
          <a:p>
            <a:pPr>
              <a:defRPr sz="2400"/>
            </a:pPr>
            <a:r>
              <a:t>Future Scope 3: Implementing predictive AI machine learning models for demand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