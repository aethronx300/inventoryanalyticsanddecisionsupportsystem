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5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C17"/>
          </a:solidFill>
          <a:ln>
            <a:solidFill>
              <a:srgbClr val="131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9F2EA"/>
                </a:solidFill>
              </a:defRPr>
            </a:pPr>
            <a:r>
              <a:t>Inventory Analytics &amp; Decision Support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7D9485"/>
                </a:solidFill>
              </a:defRPr>
            </a:pPr>
            <a:r>
              <a:rPr dirty="0"/>
              <a:t>Name: </a:t>
            </a:r>
            <a:r>
              <a:rPr lang="en-US" dirty="0" smtClean="0"/>
              <a:t>Manthan gill</a:t>
            </a:r>
            <a:r>
              <a:rPr dirty="0"/>
              <a:t/>
            </a:r>
            <a:br>
              <a:rPr dirty="0"/>
            </a:br>
            <a:r>
              <a:rPr dirty="0"/>
              <a:t>Roll No: </a:t>
            </a:r>
            <a:r>
              <a:rPr lang="en-US" dirty="0" smtClean="0"/>
              <a:t>31011124023</a:t>
            </a:r>
            <a:r>
              <a:rPr dirty="0"/>
              <a:t/>
            </a:r>
            <a:br>
              <a:rPr dirty="0"/>
            </a:br>
            <a:r>
              <a:rPr dirty="0"/>
              <a:t>Subject: </a:t>
            </a:r>
            <a:r>
              <a:rPr lang="en-US" dirty="0" smtClean="0"/>
              <a:t>Minor – Data science</a:t>
            </a:r>
            <a:r>
              <a:rPr dirty="0"/>
              <a:t/>
            </a:r>
            <a:br>
              <a:rPr dirty="0"/>
            </a:br>
            <a:r>
              <a:rPr dirty="0"/>
              <a:t>Institute: </a:t>
            </a:r>
            <a:r>
              <a:rPr lang="en-US" dirty="0" smtClean="0"/>
              <a:t>SSBAS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C17"/>
          </a:solidFill>
          <a:ln>
            <a:solidFill>
              <a:srgbClr val="131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9F2EA"/>
                </a:solidFill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286000" cy="4572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572000"/>
          </a:xfrm>
          <a:prstGeom prst="roundRect">
            <a:avLst/>
          </a:prstGeom>
          <a:solidFill>
            <a:srgbClr val="1A241E"/>
          </a:solidFill>
          <a:ln>
            <a:solidFill>
              <a:srgbClr val="1A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A dynamic, real-time inventory management and analytics dashboard.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Purpose: Replaces manual tracking with an automated, data-driven approach.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Built using: Python, Dash (React), and SQLite for a highly responsive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C17"/>
          </a:solidFill>
          <a:ln>
            <a:solidFill>
              <a:srgbClr val="131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9F2EA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286000" cy="4572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572000"/>
          </a:xfrm>
          <a:prstGeom prst="roundRect">
            <a:avLst/>
          </a:prstGeom>
          <a:solidFill>
            <a:srgbClr val="1A241E"/>
          </a:solidFill>
          <a:ln>
            <a:solidFill>
              <a:srgbClr val="1A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Real-Time Analytics: Instant visibility into revenue and units sold.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Inventory Health: Tracks products by stock value and identifies low-stock items.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Checkout Terminal: Dedicated Point of Sale (POS) for recording transactions.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Decision Support: Flags dead stock and automatically identifies demand surges.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C17"/>
          </a:solidFill>
          <a:ln>
            <a:solidFill>
              <a:srgbClr val="131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9F2EA"/>
                </a:solidFill>
              </a:defRPr>
            </a:pPr>
            <a: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286000" cy="4572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572000"/>
          </a:xfrm>
          <a:prstGeom prst="roundRect">
            <a:avLst/>
          </a:prstGeom>
          <a:solidFill>
            <a:srgbClr val="1A241E"/>
          </a:solidFill>
          <a:ln>
            <a:solidFill>
              <a:srgbClr val="1A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Frontend UI: Developed using Dash and Plotly to create an interactive SPA.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Backend Logic: Python-based data processing with fast in-memory caching.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Database: Deterministically seeded SQLite database for robust local storage.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Visualizations: Dynamic graphs with unified theming and responsive callbacks.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C17"/>
          </a:solidFill>
          <a:ln>
            <a:solidFill>
              <a:srgbClr val="131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9F2EA"/>
                </a:solidFill>
              </a:defRPr>
            </a:pPr>
            <a:r>
              <a:t>Business Value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286000" cy="4572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572000"/>
          </a:xfrm>
          <a:prstGeom prst="roundRect">
            <a:avLst/>
          </a:prstGeom>
          <a:solidFill>
            <a:srgbClr val="1A241E"/>
          </a:solidFill>
          <a:ln>
            <a:solidFill>
              <a:srgbClr val="1A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Loss Prevention: Immediate alerts for critical stockouts prevent lost revenue.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Optimized Purchasing: Built-in formulas for tracking cover days and restocking.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Customizable: Adjust currency settings and policy thresholds (e.g. surge %).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Data-Driven Decisions: Intuitive KPI cards instantly guide business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C17"/>
          </a:solidFill>
          <a:ln>
            <a:solidFill>
              <a:srgbClr val="131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9F2EA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286000" cy="45720"/>
          </a:xfrm>
          <a:prstGeom prst="rect">
            <a:avLst/>
          </a:prstGeom>
          <a:solidFill>
            <a:srgbClr val="7FB48D"/>
          </a:solidFill>
          <a:ln>
            <a:solidFill>
              <a:srgbClr val="7FB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572000"/>
          </a:xfrm>
          <a:prstGeom prst="roundRect">
            <a:avLst/>
          </a:prstGeom>
          <a:solidFill>
            <a:srgbClr val="1A241E"/>
          </a:solidFill>
          <a:ln>
            <a:solidFill>
              <a:srgbClr val="1A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Conclusion: The system successfully bridges the gap between raw sales data and actionable business intelligence.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Future Scope 1: Integration with external payment gateways.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Future Scope 2: Connecting with supplier APIs for automated inventory replenishment.</a:t>
            </a:r>
          </a:p>
          <a:p>
            <a:pPr>
              <a:spcAft>
                <a:spcPts val="2000"/>
              </a:spcAft>
              <a:defRPr sz="2800">
                <a:solidFill>
                  <a:srgbClr val="E9F2EA"/>
                </a:solidFill>
              </a:defRPr>
            </a:pPr>
            <a:r>
              <a:t>•  Future Scope 3: Implementing predictive AI machine learning models for demand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282</Words>
  <Application>Microsoft Office PowerPoint</Application>
  <PresentationFormat>Custom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2026-10-04T20:12:36Z</dcterms:modified>
  <cp:category/>
</cp:coreProperties>
</file>